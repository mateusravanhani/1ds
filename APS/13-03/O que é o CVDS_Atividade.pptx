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8" r:id="rId6"/>
    <p:sldId id="267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46" d="100"/>
          <a:sy n="46" d="100"/>
        </p:scale>
        <p:origin x="60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16B1C-2D50-00A4-E5BB-CF0826E10C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325097-A15B-AF21-EB83-29BCEC51CE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5FA1C3-FB89-6BC0-A56E-08400F861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234723-FBF5-3B53-08EC-842D76F0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F03936-DED8-A315-8D70-FBAB0168A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55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80B8E-B401-3EC9-B65A-83D79A27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BDAD4F-6330-EFBD-75F1-272DF3B2D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A10C9D-32D1-F74B-9FB5-7A8FEE29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1F007-48F9-63FD-97E0-50C339CC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CC86E8-722B-258D-0753-DE634B56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37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CA2B4B-E158-7A16-A647-F18F1532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86F7F8-9B85-E2D9-9FE8-2D800D1F9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052904-1574-F7BC-5AC9-FA094038E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A73875-FD96-CC78-3282-3CDE4FCE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D250AF-5129-726F-9B13-49A27831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654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65963-2C01-0887-3BA0-EF061C4D4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1663F8-B027-4DCA-4155-CCE659CAE2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82074B-C6E6-3C70-D0D6-32ADB8C0D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C8A32A-EF3A-60B3-DD77-FA9A8858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EC0F45-C03D-3DB7-9648-09955E61C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6594EB-351F-6494-A60E-139E1AAE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510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E75FB-9DF5-1737-08A6-EF5F4A1F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C749F6-EC81-6346-B2D6-5EC8C087F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C886CE-81DC-08C7-14FF-B994E7F0B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B8517FC-FA58-FD2D-F5AD-F33FDB5D9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8F38C4C-E16B-804C-5309-0BCF91F93D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5D8C667-AE96-77A0-AFB0-262AA38E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9DE103-F49C-1AC9-6C79-0F0C9958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4BA9A6-950B-466C-0730-AE334577C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57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1F68B-45A7-2B93-D91C-0D537B553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E449DA-8BB4-65D7-A7AF-10A09A4DC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B5C3055-8647-9B6B-9704-FAA29835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ED75E1C-8FE3-A248-6642-BE0AC122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75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6ADE845-7D41-E404-123B-CA4416AD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2C397A-4AC0-220F-CF93-B02077A2A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1FF20D-DDA8-D97E-067D-0C636C0B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45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87EC7-6286-0459-362A-203DB68F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1C9824-818F-6FA2-A80F-B6B5B7DFB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C35E23-ED71-4CA4-BCD8-80FC2DA67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30042A-9FE2-3A85-1384-060B515B6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875928-0990-0811-1362-2739CFD5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2D53CB-2035-5884-81C8-1E24206E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414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49FE0-1328-4933-E888-558283E5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2BAF497-E2CC-4EA1-34E8-50789CC2B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AD231C-8B6A-900B-7A6F-30618D9BE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31D465-34E8-0654-6127-A3684E3D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2D3A6C-4180-9A4F-544A-050E7165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3C0CA5-533D-6780-73D7-7F5677EDD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716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DE873-4ACF-8003-ED9C-03B51E05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0FA7B7-E042-AA45-9070-9AC43E5C2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C8466-CE78-9D0A-FAAC-88EFBCD92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4CCB69-9427-2704-A82B-2383032D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EAAEBD-4AAB-13D7-FF8C-B96C54CC0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817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08A532-80D8-4342-D1FF-91FCC7E58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2929E3-A99D-5CC3-083E-48393A2F2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BACDAC-0024-C877-1561-890759D65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F4B3D8-8AA0-FEC0-B308-7850E6142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0473DA-B6E0-EEC1-8195-BC4B2506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3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3DB6CF-6606-890E-C5A8-FDBB2464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1CB9A4-76EE-B310-D83B-20A376F0B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44CA4A-0DEB-72E6-9EE2-84B0DAE7D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599A5-F6DA-48C7-83DF-7B1695C4D9B0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577D9C-653D-4B5C-9844-5B5AEDB76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31B88D-ADFF-DF4F-EBD5-7A4FF11AE4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34BB43-DDB5-4CEE-9224-4A7494ABDC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878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3A72C-E900-D1ED-FF34-CF4221F45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97727"/>
            <a:ext cx="9144000" cy="91223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Modelagem do Sistema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02692-0D71-3284-7E44-119D6D59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Análise e Projeto de Sistemas</a:t>
            </a:r>
          </a:p>
        </p:txBody>
      </p:sp>
    </p:spTree>
    <p:extLst>
      <p:ext uri="{BB962C8B-B14F-4D97-AF65-F5344CB8AC3E}">
        <p14:creationId xmlns:p14="http://schemas.microsoft.com/office/powerpoint/2010/main" val="3794029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03F0CF8-44EE-470C-8A8A-C14E9FE536A2}"/>
              </a:ext>
            </a:extLst>
          </p:cNvPr>
          <p:cNvSpPr txBox="1"/>
          <p:nvPr/>
        </p:nvSpPr>
        <p:spPr>
          <a:xfrm>
            <a:off x="970935" y="920621"/>
            <a:ext cx="1025012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Resumindo a Modelagem é...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50883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3A72C-E900-D1ED-FF34-CF4221F45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 fontScale="90000"/>
          </a:bodyPr>
          <a:lstStyle/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é o Ciclo de Vida de Desenvolvimento de Software - CVDS ?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B02692-0D71-3284-7E44-119D6D596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Análise e Projeto de Sistemas</a:t>
            </a:r>
          </a:p>
        </p:txBody>
      </p:sp>
    </p:spTree>
    <p:extLst>
      <p:ext uri="{BB962C8B-B14F-4D97-AF65-F5344CB8AC3E}">
        <p14:creationId xmlns:p14="http://schemas.microsoft.com/office/powerpoint/2010/main" val="18455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758EEC-0077-A87D-50F6-AB5C8C42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Segunda a norma NBR ISO/IEC 12207:1998 a definição oficial é :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72FA7D-45A7-9DBA-B469-41EDF0E570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endParaRPr lang="pt-BR" sz="2400" b="0" i="1" dirty="0">
              <a:solidFill>
                <a:srgbClr val="000000"/>
              </a:solidFill>
              <a:effectLst/>
              <a:latin typeface="Trebuchet MS" panose="020B0603020202020204" pitchFamily="34" charset="0"/>
            </a:endParaRPr>
          </a:p>
          <a:p>
            <a:r>
              <a:rPr lang="pt-BR" sz="2400" b="0" i="1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“Estrutura contendo processos, atividades e tarefas envolvidas no desenvolvimento, operação e manutenção de um produto de software, abrangendo a vida do sistema, desde a definição de seus requisitos até o término de seu uso.”</a:t>
            </a:r>
            <a:endParaRPr lang="pt-BR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AFA4CF-0DBA-02EA-7173-3084A476202B}"/>
              </a:ext>
            </a:extLst>
          </p:cNvPr>
          <p:cNvSpPr txBox="1"/>
          <p:nvPr/>
        </p:nvSpPr>
        <p:spPr>
          <a:xfrm>
            <a:off x="6095999" y="1139252"/>
            <a:ext cx="55063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Uma definição mais simples:</a:t>
            </a:r>
          </a:p>
          <a:p>
            <a:r>
              <a:rPr lang="pt-BR" sz="3200" dirty="0"/>
              <a:t> </a:t>
            </a:r>
          </a:p>
          <a:p>
            <a:r>
              <a:rPr lang="pt-BR" sz="3200" dirty="0"/>
              <a:t>"O Ciclo de Vida de Desenvolvimento de Sistemas (CVDS) é um </a:t>
            </a:r>
            <a:r>
              <a:rPr lang="pt-BR" sz="3200" u="sng" dirty="0"/>
              <a:t>processo</a:t>
            </a:r>
            <a:r>
              <a:rPr lang="pt-BR" sz="3200" dirty="0"/>
              <a:t> utilizado por um </a:t>
            </a:r>
            <a:r>
              <a:rPr lang="pt-BR" sz="3200" b="1" dirty="0"/>
              <a:t>analista de sistemas </a:t>
            </a:r>
            <a:r>
              <a:rPr lang="pt-BR" sz="3200" dirty="0"/>
              <a:t>para desenvolver um sistema de informação.“ (Wikipédia)</a:t>
            </a:r>
          </a:p>
        </p:txBody>
      </p:sp>
    </p:spTree>
    <p:extLst>
      <p:ext uri="{BB962C8B-B14F-4D97-AF65-F5344CB8AC3E}">
        <p14:creationId xmlns:p14="http://schemas.microsoft.com/office/powerpoint/2010/main" val="175003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A4487-5693-E4E6-F670-8391FABEA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68350"/>
            <a:ext cx="10515600" cy="3794125"/>
          </a:xfrm>
        </p:spPr>
        <p:txBody>
          <a:bodyPr>
            <a:noAutofit/>
          </a:bodyPr>
          <a:lstStyle/>
          <a:p>
            <a:pPr algn="just"/>
            <a:r>
              <a:rPr lang="pt-BR" sz="4000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De maneira menos formal o CVDS é um processo reconhecido pela indústria como uma série de atividades ou etapas para o desenvolvimento de um novo produto software ou para modificar um software existente.</a:t>
            </a:r>
            <a:endParaRPr lang="pt-BR" sz="4000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253890-BBA0-44BF-19C1-9A3770EDAC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A principal função do ciclo de vida do desenvolvimento de software é indicar as fases, atividades, entregas e responsabilidades de cada envolvido no processo de desenvolvimento de software.</a:t>
            </a:r>
          </a:p>
        </p:txBody>
      </p:sp>
    </p:spTree>
    <p:extLst>
      <p:ext uri="{BB962C8B-B14F-4D97-AF65-F5344CB8AC3E}">
        <p14:creationId xmlns:p14="http://schemas.microsoft.com/office/powerpoint/2010/main" val="3386722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E849C-44BC-594E-F5A6-7A02F6F2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Por dentro das principais fases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9E38C-2E3A-936E-9B11-C00385201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De forma geral o CVDS possui cinco fases principais em qualquer um dos modelos de desenvolvimento adotados.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0721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E849C-44BC-594E-F5A6-7A02F6F2F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Essas fases são representadas em um diagrama: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9E38C-2E3A-936E-9B11-C0038520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2915" cy="4351338"/>
          </a:xfrm>
        </p:spPr>
        <p:txBody>
          <a:bodyPr>
            <a:normAutofit fontScale="70000" lnSpcReduction="20000"/>
          </a:bodyPr>
          <a:lstStyle/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1- Fase de requisitos :  levanta os requisitos mínimos, estuda a viabilidade e define o modelo a ser usado;</a:t>
            </a:r>
          </a:p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2- Fase de projeto : Envolve atividades de concepção, especificação, design da interface, prototipação, design da arquitetura;</a:t>
            </a:r>
          </a:p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3- Fase de implementação : tradução para uma linguagem de programação das funcionalidades definidas durante as fases anteriores;</a:t>
            </a:r>
          </a:p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4- Fase de testes : realização de testes no que foi desenvolvido de acordo com os requisitos;</a:t>
            </a:r>
          </a:p>
          <a:p>
            <a:r>
              <a:rPr lang="pt-BR" b="0" i="0" dirty="0">
                <a:solidFill>
                  <a:srgbClr val="000000"/>
                </a:solidFill>
                <a:effectLst/>
                <a:latin typeface="Trebuchet MS" panose="020B0603020202020204" pitchFamily="34" charset="0"/>
              </a:rPr>
              <a:t>5- Fase de produção : implantação em produção do produto final;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33B892F-9899-A036-09BC-590C781A6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294" y="1690688"/>
            <a:ext cx="4891548" cy="494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35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4F6A-BFC1-2F9E-3683-3BCFEC82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Principais modelos do ciclo de vida de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A16C6-C60B-9C63-784F-74A6E68D5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1- Modelo em Cascata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7CD25C-DC07-429E-87F5-255042D697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089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4F6A-BFC1-2F9E-3683-3BCFEC82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Principais modelos do ciclo de vida de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A16C6-C60B-9C63-784F-74A6E68D5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2- Modelo Espiral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1A836C8-1D93-4CB3-A7E7-A718FCA66D4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6528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4F6A-BFC1-2F9E-3683-3BCFEC82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Principais modelos do ciclo de vida de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A16C6-C60B-9C63-784F-74A6E68D5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3- Modelo Incremental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1B29DEC-3906-44F2-B6AA-97B31E2F17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5388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4F6A-BFC1-2F9E-3683-3BCFEC82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Principais modelos do ciclo de vida de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A16C6-C60B-9C63-784F-74A6E68D5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4- Prototipagem</a:t>
            </a:r>
          </a:p>
          <a:p>
            <a:pPr marL="0" indent="0">
              <a:buNone/>
            </a:pPr>
            <a:endParaRPr lang="pt-BR" sz="20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8E5276B-0850-45F5-B21D-3A6DF20AED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8500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74F6A-BFC1-2F9E-3683-3BCFEC82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Principais modelos do ciclo de vida de desenvolvimento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EA16C6-C60B-9C63-784F-74A6E68D5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/>
              <a:t>5- Metodologias Ágeis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F6EAD3-AFBD-424B-B9FF-36C12A7A3D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636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E195814-7EAF-40B1-8880-44338FB805FB}"/>
              </a:ext>
            </a:extLst>
          </p:cNvPr>
          <p:cNvSpPr txBox="1"/>
          <p:nvPr/>
        </p:nvSpPr>
        <p:spPr>
          <a:xfrm>
            <a:off x="958645" y="1327354"/>
            <a:ext cx="1066308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Fontes: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17552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b0e3d24-87c3-4576-9f41-517844c641ef" xsi:nil="true"/>
    <lcf76f155ced4ddcb4097134ff3c332f xmlns="7a004017-df34-45ab-aedf-fff9da1f912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37F7639F957A4A9FE29922F2DEE504" ma:contentTypeVersion="11" ma:contentTypeDescription="Create a new document." ma:contentTypeScope="" ma:versionID="a8323636feee366f00f55ee8d4371143">
  <xsd:schema xmlns:xsd="http://www.w3.org/2001/XMLSchema" xmlns:xs="http://www.w3.org/2001/XMLSchema" xmlns:p="http://schemas.microsoft.com/office/2006/metadata/properties" xmlns:ns2="7a004017-df34-45ab-aedf-fff9da1f9128" xmlns:ns3="3b0e3d24-87c3-4576-9f41-517844c641ef" targetNamespace="http://schemas.microsoft.com/office/2006/metadata/properties" ma:root="true" ma:fieldsID="1a992dca44b36b9830a345073b745c68" ns2:_="" ns3:_="">
    <xsd:import namespace="7a004017-df34-45ab-aedf-fff9da1f9128"/>
    <xsd:import namespace="3b0e3d24-87c3-4576-9f41-517844c641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04017-df34-45ab-aedf-fff9da1f91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e3d24-87c3-4576-9f41-517844c641e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48215c1-77e0-4e35-8d03-de23e7c51e7b}" ma:internalName="TaxCatchAll" ma:showField="CatchAllData" ma:web="3b0e3d24-87c3-4576-9f41-517844c641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C4FFFC-BE4F-45DF-BD22-B7CF81365F22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3b0e3d24-87c3-4576-9f41-517844c641ef"/>
    <ds:schemaRef ds:uri="7a004017-df34-45ab-aedf-fff9da1f9128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BE30BE7-F6CF-47C9-8E04-2AF84CA0E9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004017-df34-45ab-aedf-fff9da1f9128"/>
    <ds:schemaRef ds:uri="3b0e3d24-87c3-4576-9f41-517844c64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81C45D8-0AE1-4F9C-AB0E-AD34D546E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380</Words>
  <Application>Microsoft Office PowerPoint</Application>
  <PresentationFormat>Widescreen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Trebuchet MS</vt:lpstr>
      <vt:lpstr>Tema do Office</vt:lpstr>
      <vt:lpstr>A Modelagem do Sistema</vt:lpstr>
      <vt:lpstr>Apresentação do PowerPoint</vt:lpstr>
      <vt:lpstr>O que é o Ciclo de Vida de Desenvolvimento de Software - CVDS ?</vt:lpstr>
      <vt:lpstr>Segunda a norma NBR ISO/IEC 12207:1998 a definição oficial é :</vt:lpstr>
      <vt:lpstr>De maneira menos formal o CVDS é um processo reconhecido pela indústria como uma série de atividades ou etapas para o desenvolvimento de um novo produto software ou para modificar um software existente.</vt:lpstr>
      <vt:lpstr>Por dentro das principais fases</vt:lpstr>
      <vt:lpstr>Essas fases são representadas em um diagrama:</vt:lpstr>
      <vt:lpstr>Principais modelos do ciclo de vida de desenvolvimento de software</vt:lpstr>
      <vt:lpstr>Principais modelos do ciclo de vida de desenvolvimento de software</vt:lpstr>
      <vt:lpstr>Principais modelos do ciclo de vida de desenvolvimento de software</vt:lpstr>
      <vt:lpstr>Principais modelos do ciclo de vida de desenvolvimento de software</vt:lpstr>
      <vt:lpstr>Principais modelos do ciclo de vida de desenvolvimento de software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é o Ciclo de Vida de Desenvolvimento de Software - CVDS ?</dc:title>
  <dc:creator>Andrea Avezum Martus</dc:creator>
  <cp:lastModifiedBy>Micro</cp:lastModifiedBy>
  <cp:revision>4</cp:revision>
  <dcterms:created xsi:type="dcterms:W3CDTF">2023-02-26T20:09:22Z</dcterms:created>
  <dcterms:modified xsi:type="dcterms:W3CDTF">2025-03-07T14:13:57Z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0x010100DF37F7639F957A4A9FE29922F2DEE504</vt:lpwstr>
  </property>
</Properties>
</file>